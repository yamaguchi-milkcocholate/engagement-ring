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8B455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solidFill>
            <a:srgbClr val="C4916E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一緒に選ぼう！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婚約指輪ガイド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ふたりで最高の一本を見つけよう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今日お話しすること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素材のこと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64592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プラチナ？ゴールド？どっちが好み？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2996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592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ダイヤモンドのこと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45920" y="2240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輝きの基準「4C」をわかりやすく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1488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4592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デザインのこと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64592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シンプル派？華やか派？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300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45920" y="3429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ブランドのこと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64592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人気ブランドを比較してみたよ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24528"/>
            <a:ext cx="411480" cy="4114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64592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予算のこと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16459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30〜35万円でどんなものが選べる？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素材を選ぼう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3D2B3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プラチナ（Pt900/950）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4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70%の人が選ぶ定番素材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白銀色の美しい輝き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変色に非常に強い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ダイヤの輝きを最も引き立てる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純度90〜95%と高い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4916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ゴールド（K18）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1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近年人気上昇中！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21945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イエロー・ピンク・ホワイトの3種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肌馴染みが良い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プラチナより硬くて丈夫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カジュアルにも合わせやすい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どちらも耐久性◎ 普段のアクセの色味で選ぶのがおすすめ！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ダイヤモンドの「4C」って？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34440" y="1371600"/>
            <a:ext cx="914400" cy="914400"/>
          </a:xfrm>
          <a:prstGeom prst="ellipse">
            <a:avLst/>
          </a:prstGeom>
          <a:solidFill>
            <a:srgbClr val="3D2B3D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カラット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Carat = 大きさ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婚約指輪の平均は0.2〜0.3ct。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0.3ctが一番人気！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重要度: ★★★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371600"/>
            <a:ext cx="914400" cy="914400"/>
          </a:xfrm>
          <a:prstGeom prst="ellipse">
            <a:avLst/>
          </a:prstGeom>
          <a:solidFill>
            <a:srgbClr val="3D2B3D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2608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カット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2651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= 輝き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輝きに直結！Excellentを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選べば間違いなし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重要度: ★★★★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3776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0680" y="1371600"/>
            <a:ext cx="914400" cy="914400"/>
          </a:xfrm>
          <a:prstGeom prst="ellipse">
            <a:avLst/>
          </a:prstGeom>
          <a:solidFill>
            <a:srgbClr val="3D2B3D"/>
          </a:solidFill>
          <a:ln/>
        </p:spPr>
      </p:sp>
      <p:sp>
        <p:nvSpPr>
          <p:cNvPr id="19" name="Text 17"/>
          <p:cNvSpPr/>
          <p:nvPr/>
        </p:nvSpPr>
        <p:spPr>
          <a:xfrm>
            <a:off x="544068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502920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カラー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2651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色味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492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D〜Zの23段階。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G〜Hなら肉眼で差なし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重要度: ★★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04088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43800" y="1371600"/>
            <a:ext cx="914400" cy="914400"/>
          </a:xfrm>
          <a:prstGeom prst="ellipse">
            <a:avLst/>
          </a:prstGeom>
          <a:solidFill>
            <a:srgbClr val="3D2B3D"/>
          </a:solidFill>
          <a:ln/>
        </p:spPr>
      </p:sp>
      <p:sp>
        <p:nvSpPr>
          <p:cNvPr id="26" name="Text 24"/>
          <p:cNvSpPr/>
          <p:nvPr/>
        </p:nvSpPr>
        <p:spPr>
          <a:xfrm>
            <a:off x="75438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ク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13232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クラリティ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32320" y="2651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= 透明度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7804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VS2〜SI1なら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内包物は見えない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重要度: ★★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カットとカラットを優先して、カラーとクラリティは中間グレードでOK！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デザインの種類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1920240" cy="73152"/>
          </a:xfrm>
          <a:prstGeom prst="rect">
            <a:avLst/>
          </a:prstGeom>
          <a:solidFill>
            <a:srgbClr val="8B455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ソリティア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1874520"/>
            <a:ext cx="1371600" cy="274320"/>
          </a:xfrm>
          <a:prstGeom prst="rect">
            <a:avLst/>
          </a:prstGeom>
          <a:solidFill>
            <a:srgbClr val="8B4557">
              <a:alpha val="1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人気No.1（55%）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一粒ダイヤが主役。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シンプルで上品。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どんな服にも合う。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3464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34640" y="1188720"/>
            <a:ext cx="1920240" cy="73152"/>
          </a:xfrm>
          <a:prstGeom prst="rect">
            <a:avLst/>
          </a:prstGeom>
          <a:solidFill>
            <a:srgbClr val="8B4557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メレ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108960" y="1874520"/>
            <a:ext cx="1371600" cy="274320"/>
          </a:xfrm>
          <a:prstGeom prst="rect">
            <a:avLst/>
          </a:prstGeom>
          <a:solidFill>
            <a:srgbClr val="8B4557">
              <a:alpha val="1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10896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人気2位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71800" y="23774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サイドに小さなダイヤ。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ソリティアより華やか。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全体の輝きUP。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1188720"/>
            <a:ext cx="1920240" cy="73152"/>
          </a:xfrm>
          <a:prstGeom prst="rect">
            <a:avLst/>
          </a:prstGeom>
          <a:solidFill>
            <a:srgbClr val="8B455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パヴェ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212080" y="1874520"/>
            <a:ext cx="1371600" cy="274320"/>
          </a:xfrm>
          <a:prstGeom prst="rect">
            <a:avLst/>
          </a:prstGeom>
          <a:solidFill>
            <a:srgbClr val="8B4557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ゴージャス派に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4920" y="23774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アームにダイヤを敷き詰め。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キラキラ度MAX。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日常使いもOK。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1188720"/>
            <a:ext cx="192024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0" y="1188720"/>
            <a:ext cx="1920240" cy="73152"/>
          </a:xfrm>
          <a:prstGeom prst="rect">
            <a:avLst/>
          </a:prstGeom>
          <a:solidFill>
            <a:srgbClr val="8B4557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エタニティ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0" y="1874520"/>
            <a:ext cx="1371600" cy="274320"/>
          </a:xfrm>
          <a:prstGeom prst="rect">
            <a:avLst/>
          </a:prstGeom>
          <a:solidFill>
            <a:srgbClr val="8B4557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永遠の象徴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78040" y="23774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全周にダイヤを配置。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結婚指輪にも人気。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重ね付けにも◎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他にもヘイロー（周囲をダイヤで囲む）やスリーストーン（3石）などもあるよ！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ブランド比較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188720"/>
                <a:gridCol w="29260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ブランド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価格帯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特徴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こんな人に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銀座ダイヤモンド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シライシ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150種以上のデザイン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18000個のダイヤから選べる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選択肢を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重視したい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ティファニー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世界5大ジュエラー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憧れブランドNo.1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ブランド力を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重視したい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カルティエ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「王の宝石商」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圧倒的な高級感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高級ブランドが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好き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アイプリモ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25万〜35万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83万組以上の実績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後からデザイン変更OK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安心感を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重視したい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エクセルコ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ダイヤモンド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カット品質No.1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コスパ最強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ダイヤの質を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重視したい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NIWAKA（俄）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京都発・和の美意識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洗練されたデザイン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和テイストが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好き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15万〜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手頃な価格帯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普段使いしやすい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シンプルで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普段使いしたい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予算イメージ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200400" cy="3200400"/>
          </a:xfrm>
          <a:prstGeom prst="ellipse">
            <a:avLst/>
          </a:prstGeom>
          <a:solidFill>
            <a:srgbClr val="3D2B3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30〜35万円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総予算（オプション込み）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0" y="1280160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0" y="1325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指輪本体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25〜33万円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リング枠 + ダイヤモンド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2057400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2103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サイズ調整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0〜1万円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多くのブランドで初回無料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2834640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2880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刻印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0〜5千円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購入時は基本無料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3611880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クリーニング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4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ほとんどのブランドで永久無料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30万円は婚約指輪の一番人気の価格帯。十分にいい指輪が選べるよ！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2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8B455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C4916E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45720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次のステップ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2011680" y="2103120"/>
            <a:ext cx="548640" cy="548640"/>
          </a:xfrm>
          <a:prstGeom prst="ellipse">
            <a:avLst/>
          </a:prstGeom>
          <a:solidFill>
            <a:srgbClr val="8B4557"/>
          </a:solidFill>
          <a:ln/>
        </p:spPr>
      </p:sp>
      <p:sp>
        <p:nvSpPr>
          <p:cNvPr id="7" name="Text 4"/>
          <p:cNvSpPr/>
          <p:nvPr/>
        </p:nvSpPr>
        <p:spPr>
          <a:xfrm>
            <a:off x="201168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8346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気になるブランド・デザインを教えてね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011680" y="2926080"/>
            <a:ext cx="548640" cy="548640"/>
          </a:xfrm>
          <a:prstGeom prst="ellipse">
            <a:avLst/>
          </a:prstGeom>
          <a:solidFill>
            <a:srgbClr val="8B4557"/>
          </a:solidFill>
          <a:ln/>
        </p:spPr>
      </p:sp>
      <p:sp>
        <p:nvSpPr>
          <p:cNvPr id="10" name="Text 7"/>
          <p:cNvSpPr/>
          <p:nvPr/>
        </p:nvSpPr>
        <p:spPr>
          <a:xfrm>
            <a:off x="20116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283464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一緒にお店に行って試着してみよう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011680" y="3749040"/>
            <a:ext cx="548640" cy="548640"/>
          </a:xfrm>
          <a:prstGeom prst="ellipse">
            <a:avLst/>
          </a:prstGeom>
          <a:solidFill>
            <a:srgbClr val="8B4557"/>
          </a:solidFill>
          <a:ln/>
        </p:spPr>
      </p:sp>
      <p:sp>
        <p:nvSpPr>
          <p:cNvPr id="13" name="Text 10"/>
          <p:cNvSpPr/>
          <p:nvPr/>
        </p:nvSpPr>
        <p:spPr>
          <a:xfrm>
            <a:off x="201168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834640" y="3794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ふたりで「これだ！」を見つけよう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楽しみながら、一緒に選ぼう！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一緒に選ぼう！婚約指輪ガイド</dc:title>
  <dc:subject>PptxGenJS Presentation</dc:subject>
  <dc:creator>Teppei</dc:creator>
  <cp:lastModifiedBy>Teppei</cp:lastModifiedBy>
  <cp:revision>1</cp:revision>
  <dcterms:created xsi:type="dcterms:W3CDTF">2026-03-13T00:20:57Z</dcterms:created>
  <dcterms:modified xsi:type="dcterms:W3CDTF">2026-03-13T00:20:57Z</dcterms:modified>
</cp:coreProperties>
</file>